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25" d="100"/>
          <a:sy n="25" d="100"/>
        </p:scale>
        <p:origin x="1483" y="48"/>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hyperlink" Target="mailto:poojajn16077@uasraichur.edu.in"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1E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8B3538">
                  <a:tint val="66000"/>
                  <a:satMod val="160000"/>
                </a:srgbClr>
              </a:gs>
              <a:gs pos="50000">
                <a:srgbClr val="8B3538">
                  <a:tint val="44500"/>
                  <a:satMod val="160000"/>
                </a:srgbClr>
              </a:gs>
              <a:gs pos="100000">
                <a:srgbClr val="8B3538">
                  <a:tint val="23500"/>
                  <a:satMod val="160000"/>
                </a:srgb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rgbClr val="5C1A1B"/>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err="1" smtClean="0">
                <a:solidFill>
                  <a:schemeClr val="bg1"/>
                </a:solidFill>
                <a:latin typeface="Times New Roman" panose="02020603050405020304" pitchFamily="18" charset="0"/>
                <a:cs typeface="Times New Roman" panose="02020603050405020304" pitchFamily="18" charset="0"/>
              </a:rPr>
              <a:t>Vigna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i="1" dirty="0" err="1" smtClean="0">
                <a:solidFill>
                  <a:schemeClr val="bg1"/>
                </a:solidFill>
                <a:latin typeface="Times New Roman" panose="02020603050405020304" pitchFamily="18" charset="0"/>
                <a:cs typeface="Times New Roman" panose="02020603050405020304" pitchFamily="18" charset="0"/>
              </a:rPr>
              <a:t>unguiculata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rPr>
              <a:t> *</a:t>
            </a:r>
            <a:r>
              <a:rPr lang="en-IN" sz="4800" b="1" i="1" dirty="0" smtClean="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smtClean="0">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smtClean="0">
                <a:solidFill>
                  <a:schemeClr val="bg1"/>
                </a:solidFill>
                <a:effectLst/>
                <a:latin typeface="Times New Roman" panose="02020603050405020304" pitchFamily="18" charset="0"/>
                <a:ea typeface="Calibri" panose="020F0502020204030204" pitchFamily="34" charset="0"/>
              </a:rPr>
              <a:t>Raichur</a:t>
            </a:r>
            <a:r>
              <a:rPr lang="en-IN" sz="4800" b="1" i="1" dirty="0" smtClean="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I.D:</a:t>
            </a:r>
            <a:r>
              <a:rPr lang="en-IN" sz="4400" i="1" dirty="0" smtClean="0">
                <a:solidFill>
                  <a:schemeClr val="bg1"/>
                </a:solidFill>
                <a:effectLst/>
                <a:latin typeface="Times New Roman" panose="02020603050405020304" pitchFamily="18" charset="0"/>
                <a:ea typeface="NSimSun" panose="02010609030101010101" pitchFamily="49" charset="-122"/>
              </a:rPr>
              <a:t> </a:t>
            </a:r>
            <a:r>
              <a:rPr lang="en-US" sz="4400" u="sng" dirty="0" smtClean="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4E5B2"/>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7B2528"/>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7B2528"/>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7B2528"/>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7B2528"/>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7B25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644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NSimSun</vt: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762</cp:revision>
  <dcterms:created xsi:type="dcterms:W3CDTF">2017-11-27T09:22:44Z</dcterms:created>
  <dcterms:modified xsi:type="dcterms:W3CDTF">2026-08-15T15:08:42Z</dcterms:modified>
</cp:coreProperties>
</file>